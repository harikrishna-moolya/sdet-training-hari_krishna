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Future of AI in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Quality Engineering</a:t>
            </a:r>
          </a:p>
          <a:p>
            <a:r>
              <a:t>Presented by Ujitha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in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complexity of modern applications</a:t>
            </a:r>
          </a:p>
          <a:p>
            <a:pPr lvl="1"/>
            <a:r>
              <a:t>Frequent releases in Agile and DevOps models</a:t>
            </a:r>
          </a:p>
          <a:p>
            <a:pPr lvl="1"/>
            <a:r>
              <a:t>Limitations of traditional manual testing</a:t>
            </a:r>
          </a:p>
          <a:p>
            <a:pPr lvl="1"/>
            <a:r>
              <a:t>Need for faster feedback and better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AI Applications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test case generation from requirements</a:t>
            </a:r>
          </a:p>
          <a:p>
            <a:pPr lvl="1"/>
            <a:r>
              <a:t>Self-healing automation scripts</a:t>
            </a:r>
          </a:p>
          <a:p>
            <a:pPr lvl="1"/>
            <a:r>
              <a:t>AI-based test prioritization and optimization</a:t>
            </a:r>
          </a:p>
          <a:p>
            <a:pPr lvl="1"/>
            <a:r>
              <a:t>Visual testing using computer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Use Cases in Real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testing automation with reduced maintenance</a:t>
            </a:r>
          </a:p>
          <a:p>
            <a:pPr lvl="1"/>
            <a:r>
              <a:t>CI/CD pipeline optimization</a:t>
            </a:r>
          </a:p>
          <a:p>
            <a:pPr lvl="1"/>
            <a:r>
              <a:t>Synthetic and intelligent test data generation</a:t>
            </a:r>
          </a:p>
          <a:p>
            <a:pPr lvl="1"/>
            <a:r>
              <a:t>Defect prediction using historical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testing effort and execution time</a:t>
            </a:r>
          </a:p>
          <a:p>
            <a:pPr lvl="1"/>
            <a:r>
              <a:t>Improved test coverage and accuracy</a:t>
            </a:r>
          </a:p>
          <a:p>
            <a:pPr lvl="1"/>
            <a:r>
              <a:t>Early detection of defects</a:t>
            </a:r>
          </a:p>
          <a:p>
            <a:pPr lvl="1"/>
            <a:r>
              <a:t>Lower maintenance cost of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AI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testing systems</a:t>
            </a:r>
          </a:p>
          <a:p>
            <a:pPr lvl="1"/>
            <a:r>
              <a:t>AI agents collaborating with testers</a:t>
            </a:r>
          </a:p>
          <a:p>
            <a:pPr lvl="1"/>
            <a:r>
              <a:t>Low-code and no-code testing platforms</a:t>
            </a:r>
          </a:p>
          <a:p>
            <a:pPr lvl="1"/>
            <a:r>
              <a:t>Predictive quality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Quality and availability of training data</a:t>
            </a:r>
          </a:p>
          <a:p>
            <a:pPr lvl="1"/>
            <a:r>
              <a:t>Trust and explainability of AI decisions</a:t>
            </a:r>
          </a:p>
          <a:p>
            <a:pPr lvl="1"/>
            <a:r>
              <a:t>Security and privacy concerns</a:t>
            </a:r>
          </a:p>
          <a:p>
            <a:pPr lvl="1"/>
            <a:r>
              <a:t>Over-dependence on AI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AI Initiatives for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AI-assisted test case generation framework</a:t>
            </a:r>
          </a:p>
          <a:p>
            <a:pPr lvl="1"/>
            <a:r>
              <a:t>Self-healing automation implementation</a:t>
            </a:r>
          </a:p>
          <a:p>
            <a:pPr lvl="1"/>
            <a:r>
              <a:t>Predictive defect analytics dashboard</a:t>
            </a:r>
          </a:p>
          <a:p>
            <a:pPr lvl="1"/>
            <a:r>
              <a:t>AI QA Center of Excellence (CoE)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Testers in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and refinement of AI-generated tests</a:t>
            </a:r>
          </a:p>
          <a:p>
            <a:pPr lvl="1"/>
            <a:r>
              <a:t>Focus on exploratory and usability testing</a:t>
            </a:r>
          </a:p>
          <a:p>
            <a:pPr lvl="1"/>
            <a:r>
              <a:t>Training AI models with quality data</a:t>
            </a:r>
          </a:p>
          <a:p>
            <a:pPr lvl="1"/>
            <a:r>
              <a:t>Strategic quality ownership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enhances, not replaces, testers</a:t>
            </a:r>
          </a:p>
          <a:p>
            <a:pPr lvl="1"/>
            <a:r>
              <a:t>Combining human expertise with AI delivers better quality</a:t>
            </a:r>
          </a:p>
          <a:p>
            <a:pPr lvl="1"/>
            <a:r>
              <a:t>Organizations must adopt AI testing strategically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