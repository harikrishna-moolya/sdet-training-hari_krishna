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</a:t>
            </a:r>
          </a:p>
          <a:p>
            <a:r>
              <a:rPr lang="en-US" dirty="0" err="1" smtClean="0"/>
              <a:t>Hari</a:t>
            </a:r>
            <a:r>
              <a:rPr lang="en-US" dirty="0" smtClean="0"/>
              <a:t> Krishna K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Future of AI in Testing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in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Modern </a:t>
            </a:r>
            <a:r>
              <a:rPr lang="en-US" dirty="0" smtClean="0"/>
              <a:t>applications are complex and require frequent updates</a:t>
            </a:r>
          </a:p>
          <a:p>
            <a:r>
              <a:rPr lang="en-US" dirty="0" smtClean="0"/>
              <a:t>Agile and </a:t>
            </a:r>
            <a:r>
              <a:rPr lang="en-US" dirty="0" err="1" smtClean="0"/>
              <a:t>DevOps</a:t>
            </a:r>
            <a:r>
              <a:rPr lang="en-US" dirty="0" smtClean="0"/>
              <a:t> demand faster testing cycles and quicker feedback</a:t>
            </a:r>
          </a:p>
          <a:p>
            <a:r>
              <a:rPr lang="en-US" dirty="0" smtClean="0"/>
              <a:t>Manual testing alone is not sufficient for rapid releases</a:t>
            </a:r>
          </a:p>
          <a:p>
            <a:r>
              <a:rPr lang="en-US" dirty="0" smtClean="0"/>
              <a:t>AI helps achieve better quality with less time and effort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Current AI Applications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AI generates test cases automatically from requirements and user flows</a:t>
            </a:r>
          </a:p>
          <a:p>
            <a:r>
              <a:rPr lang="en-US" dirty="0" smtClean="0"/>
              <a:t>Self-healing automation fixes broken scripts without manual intervention</a:t>
            </a:r>
          </a:p>
          <a:p>
            <a:r>
              <a:rPr lang="en-US" dirty="0" smtClean="0"/>
              <a:t>Intelligent test prioritization focuses on high-risk test cases</a:t>
            </a:r>
          </a:p>
          <a:p>
            <a:r>
              <a:rPr lang="en-US" dirty="0" smtClean="0"/>
              <a:t>Visual testing validates UI changes using AI-based image comparison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Use Cases in Real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AI automates regression testing while reducing maintenance overhead</a:t>
            </a:r>
          </a:p>
          <a:p>
            <a:r>
              <a:rPr lang="en-US" dirty="0" smtClean="0"/>
              <a:t>CI/CD pipelines are optimized by running only relevant test cases</a:t>
            </a:r>
          </a:p>
          <a:p>
            <a:r>
              <a:rPr lang="en-US" dirty="0" smtClean="0"/>
              <a:t>Intelligent and synthetic test data is created using AI models</a:t>
            </a:r>
          </a:p>
          <a:p>
            <a:r>
              <a:rPr lang="en-US" dirty="0" smtClean="0"/>
              <a:t>Defects are predicted early using historical project data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Testing execution time is significantly reduced</a:t>
            </a:r>
          </a:p>
          <a:p>
            <a:r>
              <a:rPr lang="en-US" dirty="0" smtClean="0"/>
              <a:t>Test coverage and accuracy are improved across applications</a:t>
            </a:r>
          </a:p>
          <a:p>
            <a:r>
              <a:rPr lang="en-US" dirty="0" smtClean="0"/>
              <a:t>Defects are identified earlier in the development lifecycle</a:t>
            </a:r>
          </a:p>
          <a:p>
            <a:r>
              <a:rPr lang="en-US" dirty="0" smtClean="0"/>
              <a:t>Automation maintenance cost is lowered due to self-healing scripts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AI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Autonomous testing systems will design and execute tests independently</a:t>
            </a:r>
          </a:p>
          <a:p>
            <a:r>
              <a:rPr lang="en-US" dirty="0" smtClean="0"/>
              <a:t>AI tools will collaborate with human testers for better results</a:t>
            </a:r>
          </a:p>
          <a:p>
            <a:r>
              <a:rPr lang="en-US" dirty="0" smtClean="0"/>
              <a:t>Low-code and no-code platforms will simplify test automation</a:t>
            </a:r>
          </a:p>
          <a:p>
            <a:r>
              <a:rPr lang="en-US" dirty="0" smtClean="0"/>
              <a:t>Predictive dashboards will provide real-time quality insights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AI requires large volumes of high-quality training data</a:t>
            </a:r>
          </a:p>
          <a:p>
            <a:r>
              <a:rPr lang="en-US" dirty="0" smtClean="0"/>
              <a:t>Understanding and explaining AI decisions can be difficult</a:t>
            </a:r>
          </a:p>
          <a:p>
            <a:r>
              <a:rPr lang="en-US" dirty="0" smtClean="0"/>
              <a:t>Security and privacy of test data must be ensured</a:t>
            </a:r>
          </a:p>
          <a:p>
            <a:r>
              <a:rPr lang="en-US" dirty="0" smtClean="0"/>
              <a:t>Excessive dependence on AI may reduce human judgment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Proposed AI Initiatives for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Implement AI-based test case generation frameworks</a:t>
            </a:r>
          </a:p>
          <a:p>
            <a:r>
              <a:rPr lang="en-US" dirty="0" smtClean="0"/>
              <a:t>Introduce self-healing automation to reduce script failures</a:t>
            </a:r>
          </a:p>
          <a:p>
            <a:r>
              <a:rPr lang="en-US" dirty="0" smtClean="0"/>
              <a:t>Build predictive defect analytics dashboards</a:t>
            </a:r>
          </a:p>
          <a:p>
            <a:r>
              <a:rPr lang="en-US" dirty="0" smtClean="0"/>
              <a:t>Establish an AI-driven QA Center of Excellence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Testers in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Testers validate and refine AI-generated test cases</a:t>
            </a:r>
          </a:p>
          <a:p>
            <a:r>
              <a:rPr lang="en-US" dirty="0" smtClean="0"/>
              <a:t>Greater focus on exploratory and usability testing</a:t>
            </a:r>
          </a:p>
          <a:p>
            <a:r>
              <a:rPr lang="en-US" dirty="0" smtClean="0"/>
              <a:t>Provide reliable data to train AI models effectively</a:t>
            </a:r>
          </a:p>
          <a:p>
            <a:r>
              <a:rPr lang="en-US" dirty="0" smtClean="0"/>
              <a:t>Take ownership of strategic quality decisions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AI supports testers rather than replacing them</a:t>
            </a:r>
          </a:p>
          <a:p>
            <a:r>
              <a:rPr lang="en-US" dirty="0" smtClean="0"/>
              <a:t>Human expertise remains critical for quality assurance</a:t>
            </a:r>
          </a:p>
          <a:p>
            <a:r>
              <a:rPr lang="en-US" dirty="0" smtClean="0"/>
              <a:t>Combining AI with human skills delivers better software quality</a:t>
            </a:r>
          </a:p>
          <a:p>
            <a:r>
              <a:rPr lang="en-US" smtClean="0"/>
              <a:t>Strategic adoption of AI ensures long-term testing success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12</TotalTime>
  <Words>342</Words>
  <Application>Microsoft Macintosh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Civic</vt:lpstr>
      <vt:lpstr>Future of AI in Testing</vt:lpstr>
      <vt:lpstr>Why AI in Testing?</vt:lpstr>
      <vt:lpstr>Current AI Applications in Testing</vt:lpstr>
      <vt:lpstr>AI Use Cases in Real Projects</vt:lpstr>
      <vt:lpstr>Benefits of AI in Testing</vt:lpstr>
      <vt:lpstr>Future Trends in AI Testing</vt:lpstr>
      <vt:lpstr>Challenges and Limitations</vt:lpstr>
      <vt:lpstr>Proposed AI Initiatives for Organization</vt:lpstr>
      <vt:lpstr>Role of Testers in AI Era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of AI in Testing</dc:title>
  <dc:creator>Hari Krishna</dc:creator>
  <dc:description>generated using python-pptx</dc:description>
  <cp:lastModifiedBy>Hari Krishna</cp:lastModifiedBy>
  <cp:revision>3</cp:revision>
  <dcterms:created xsi:type="dcterms:W3CDTF">2013-01-27T09:14:16Z</dcterms:created>
  <dcterms:modified xsi:type="dcterms:W3CDTF">2025-12-30T06:51:54Z</dcterms:modified>
</cp:coreProperties>
</file>